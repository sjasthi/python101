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67" r:id="rId8"/>
    <p:sldId id="259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4D11-78D4-87F2-099A-0E5D8A433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78D27-82F5-C39B-7B17-0775F42C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0E3B-281E-89A2-DE1A-25ECEF29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7EEEB-C74E-93F1-0D71-F1D464D3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2889-23EC-23C5-D83D-8071A090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347D-CEB1-92DD-332A-DED3ADFD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EB9D-4A40-284A-E088-CA11B3E2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85E0-F07D-5121-EE43-ACA140DD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3450-4487-0229-88C2-FEE877FB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A000-CC70-991B-E322-3AA413A6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7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E80C-17C4-CB3F-7E9C-3C4A5282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96D8-BC9C-8AF0-5A30-5CD2E39D7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98EF4-DD94-43F1-A088-D4C59F25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5131-BD2F-F865-69D9-B5D52DEF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CE3F-759C-0381-C255-B4A32C8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0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3366-1B2B-942B-9FA8-0EE1246A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7305-03BD-D2DF-276E-469CCDD96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1E7D4-3B16-2844-13C1-1C660F8F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DA302-2354-1717-4864-E05B7BFB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8CAF5-D3F2-478E-1A92-BAD4C899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FDAE-4D9F-396E-47C3-E62C3C00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5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D6B5-726D-DD4D-19C8-98D97FDE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C453-2811-0E11-3378-4FCC5CF0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DCA45-3622-E77C-5436-65E34F8C9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3B2A2-8D1C-1A75-F874-83D7C0E53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F55A9-FD2E-6054-F0C9-66A8A374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97A67-A41E-FC9A-BEB1-D9CB793E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4F5CD-0189-1F4C-DB44-ADF9DE5C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D2EF5-B73F-9F8E-AD97-C75EB142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5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7D42-9DBA-DEC5-F667-A87894BC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CF532-3E80-2E64-2795-1FA83B0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307A4-F4BE-CDBC-C297-56DAFC93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040E-F20E-40D2-7F30-A018D0B6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6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774F8-DEED-3CBD-6DD5-AD3442D5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F27DD-51C4-49F4-73E2-9073FD3F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3A5A3-369B-B26A-3A85-FFDBFEBB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AC09-8F7E-A67E-D8EE-C72AA446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2C06-BF6E-AD82-B540-85D79F808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1D6CB-D6EE-BBDE-A2A6-84005E89D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FC70A-7606-5C18-9FD2-F691B399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BD1C-37B7-8A47-6809-5082AFE6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18C6-3A2E-CA80-7767-277CCBDC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CCDF-0B7D-664E-BA81-80E8C617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C3CF6-F6E8-483E-F42E-C45A4E2F1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D3BEA-33EB-341C-13E5-45CD8CAE9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C7D3A-52CD-9F5A-23DD-61F460FB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0A00-F2E5-BDDA-17C7-C1D48DC1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5DCDB-3B6B-D0EE-4488-93F8DE3C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7FFE-3215-D3D3-1BD8-72A3D898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495DB-A114-8AE3-2285-D046D0DA0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D661-6822-0819-26F8-31A5949A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B04D-926F-08C5-B3E0-0A7852DE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2A72-4419-7725-8DE8-7A971E7E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EBDE2A-DF75-D9C6-1903-03AEEDBD3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315FD-981D-9407-3943-DB5FE489D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158B4-E96F-7C69-BCCC-5ACF7D64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93B06-E20D-EBF2-7D4B-60BD15BA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D2E5-E4D6-69BD-D74B-E2BF5A47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9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95B58-DBBA-2A90-47FB-7AE5AE8E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06D8D-FB39-97E8-AC3C-02FFD997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EE4F-9E84-486D-7C62-79B2E9CAC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86978-F889-4169-A786-3474D416E8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AA39-A434-2276-1634-7F9F66F18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4169B-5CE3-6C56-D990-93897BA21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hyperlink" Target="mailto:P1_.fn9.ln9@learnandhelp.com" TargetMode="External"/><Relationship Id="rId21" Type="http://schemas.openxmlformats.org/officeDocument/2006/relationships/hyperlink" Target="mailto:P1_.fn7.ln7@learnandhelp.com" TargetMode="External"/><Relationship Id="rId42" Type="http://schemas.openxmlformats.org/officeDocument/2006/relationships/hyperlink" Target="mailto:P1_.fn16.ln16@learnandhelp.com" TargetMode="External"/><Relationship Id="rId47" Type="http://schemas.openxmlformats.org/officeDocument/2006/relationships/hyperlink" Target="mailto:fn18.ln18@learnandhelp.com" TargetMode="External"/><Relationship Id="rId63" Type="http://schemas.openxmlformats.org/officeDocument/2006/relationships/hyperlink" Target="mailto:P1_.fn24.ln24@learnandhelp.com" TargetMode="External"/><Relationship Id="rId68" Type="http://schemas.openxmlformats.org/officeDocument/2006/relationships/hyperlink" Target="mailto:fn26.ln26@learnandhelp.com" TargetMode="External"/><Relationship Id="rId16" Type="http://schemas.openxmlformats.org/officeDocument/2006/relationships/hyperlink" Target="mailto:P2_.fn5.ln5@learnandhelp.com" TargetMode="External"/><Relationship Id="rId11" Type="http://schemas.openxmlformats.org/officeDocument/2006/relationships/hyperlink" Target="mailto:fn4.ln4@learnandhelp.com" TargetMode="External"/><Relationship Id="rId32" Type="http://schemas.openxmlformats.org/officeDocument/2006/relationships/hyperlink" Target="mailto:P1_.fn12.ln12@learnandhelp.com" TargetMode="External"/><Relationship Id="rId37" Type="http://schemas.openxmlformats.org/officeDocument/2006/relationships/hyperlink" Target="mailto:P2_.fn14.ln14@learnandhelp.com" TargetMode="External"/><Relationship Id="rId53" Type="http://schemas.openxmlformats.org/officeDocument/2006/relationships/hyperlink" Target="mailto:fn21.ln21@learnandhelp.com" TargetMode="External"/><Relationship Id="rId58" Type="http://schemas.openxmlformats.org/officeDocument/2006/relationships/hyperlink" Target="mailto:P2_.fn22.ln22@learnandhelp.com" TargetMode="External"/><Relationship Id="rId74" Type="http://schemas.openxmlformats.org/officeDocument/2006/relationships/hyperlink" Target="mailto:fn28.ln28@learnandhelp.com" TargetMode="External"/><Relationship Id="rId79" Type="http://schemas.openxmlformats.org/officeDocument/2006/relationships/hyperlink" Target="mailto:P2_.fn29.ln29@learnandhelp.com" TargetMode="External"/><Relationship Id="rId5" Type="http://schemas.openxmlformats.org/officeDocument/2006/relationships/hyperlink" Target="mailto:fn2.ln2@learnandhelp.com" TargetMode="External"/><Relationship Id="rId61" Type="http://schemas.openxmlformats.org/officeDocument/2006/relationships/hyperlink" Target="mailto:P2_.fn23.ln23@learnandhelp.com" TargetMode="External"/><Relationship Id="rId82" Type="http://schemas.openxmlformats.org/officeDocument/2006/relationships/hyperlink" Target="mailto:P2_.fn30.ln30@learnandhelp.com" TargetMode="External"/><Relationship Id="rId19" Type="http://schemas.openxmlformats.org/officeDocument/2006/relationships/hyperlink" Target="mailto:P2_.fn6.ln6@learnandhelp.com" TargetMode="External"/><Relationship Id="rId14" Type="http://schemas.openxmlformats.org/officeDocument/2006/relationships/hyperlink" Target="mailto:fn5.ln5@learnandhelp.com" TargetMode="External"/><Relationship Id="rId22" Type="http://schemas.openxmlformats.org/officeDocument/2006/relationships/hyperlink" Target="mailto:P2_.fn7.ln7@learnandhelp.com" TargetMode="External"/><Relationship Id="rId27" Type="http://schemas.openxmlformats.org/officeDocument/2006/relationships/hyperlink" Target="mailto:fn10.ln10@learnandhelp.com" TargetMode="External"/><Relationship Id="rId30" Type="http://schemas.openxmlformats.org/officeDocument/2006/relationships/hyperlink" Target="mailto:P1_.fn11.ln11@learnandhelp.com" TargetMode="External"/><Relationship Id="rId35" Type="http://schemas.openxmlformats.org/officeDocument/2006/relationships/hyperlink" Target="mailto:fn14.ln14@learnandhelp.com" TargetMode="External"/><Relationship Id="rId43" Type="http://schemas.openxmlformats.org/officeDocument/2006/relationships/hyperlink" Target="mailto:P2_.fn16.ln16@learnandhelp.com" TargetMode="External"/><Relationship Id="rId48" Type="http://schemas.openxmlformats.org/officeDocument/2006/relationships/hyperlink" Target="mailto:P1_.fn18.ln18@learnandhelp.com" TargetMode="External"/><Relationship Id="rId56" Type="http://schemas.openxmlformats.org/officeDocument/2006/relationships/hyperlink" Target="mailto:fn22.ln22@learnandhelp.com" TargetMode="External"/><Relationship Id="rId64" Type="http://schemas.openxmlformats.org/officeDocument/2006/relationships/hyperlink" Target="mailto:P2_.fn24.ln24@learnandhelp.com" TargetMode="External"/><Relationship Id="rId69" Type="http://schemas.openxmlformats.org/officeDocument/2006/relationships/hyperlink" Target="mailto:P1_.fn26.ln26@learnandhelp.com" TargetMode="External"/><Relationship Id="rId77" Type="http://schemas.openxmlformats.org/officeDocument/2006/relationships/hyperlink" Target="mailto:fn29.ln29@learnandhelp.com" TargetMode="External"/><Relationship Id="rId8" Type="http://schemas.openxmlformats.org/officeDocument/2006/relationships/hyperlink" Target="mailto:fn3.ln3@learnandhelp.com" TargetMode="External"/><Relationship Id="rId51" Type="http://schemas.openxmlformats.org/officeDocument/2006/relationships/hyperlink" Target="mailto:fn20.ln20@learnandhelp.com" TargetMode="External"/><Relationship Id="rId72" Type="http://schemas.openxmlformats.org/officeDocument/2006/relationships/hyperlink" Target="mailto:P1_.fn27.ln27@learnandhelp.com" TargetMode="External"/><Relationship Id="rId80" Type="http://schemas.openxmlformats.org/officeDocument/2006/relationships/hyperlink" Target="mailto:fn30.ln30@learnandhelp.com" TargetMode="External"/><Relationship Id="rId3" Type="http://schemas.openxmlformats.org/officeDocument/2006/relationships/hyperlink" Target="mailto:P1_.fn1.ln1@learnandhelp.com" TargetMode="External"/><Relationship Id="rId12" Type="http://schemas.openxmlformats.org/officeDocument/2006/relationships/hyperlink" Target="mailto:P1_.fn4.ln4@learnandhelp.com" TargetMode="External"/><Relationship Id="rId17" Type="http://schemas.openxmlformats.org/officeDocument/2006/relationships/hyperlink" Target="mailto:fn6.ln6@learnandhelp.com" TargetMode="External"/><Relationship Id="rId25" Type="http://schemas.openxmlformats.org/officeDocument/2006/relationships/hyperlink" Target="mailto:fn9.ln9@learnandhelp.com" TargetMode="External"/><Relationship Id="rId33" Type="http://schemas.openxmlformats.org/officeDocument/2006/relationships/hyperlink" Target="mailto:fn13.ln13@learnandhelp.com" TargetMode="External"/><Relationship Id="rId38" Type="http://schemas.openxmlformats.org/officeDocument/2006/relationships/hyperlink" Target="mailto:fn15.ln15@learnandhelp.com" TargetMode="External"/><Relationship Id="rId46" Type="http://schemas.openxmlformats.org/officeDocument/2006/relationships/hyperlink" Target="mailto:P2_.fn17.ln17@learnandhelp.com" TargetMode="External"/><Relationship Id="rId59" Type="http://schemas.openxmlformats.org/officeDocument/2006/relationships/hyperlink" Target="mailto:fn23.ln23@learnandhelp.com" TargetMode="External"/><Relationship Id="rId67" Type="http://schemas.openxmlformats.org/officeDocument/2006/relationships/hyperlink" Target="mailto:P2_.fn25.ln25@learnandhelp.com" TargetMode="External"/><Relationship Id="rId20" Type="http://schemas.openxmlformats.org/officeDocument/2006/relationships/hyperlink" Target="mailto:fn7.ln7@learnandhelp.com" TargetMode="External"/><Relationship Id="rId41" Type="http://schemas.openxmlformats.org/officeDocument/2006/relationships/hyperlink" Target="mailto:fn16.ln16@learnandhelp.com" TargetMode="External"/><Relationship Id="rId54" Type="http://schemas.openxmlformats.org/officeDocument/2006/relationships/hyperlink" Target="mailto:P1_.fn21.ln21@learnandhelp.com" TargetMode="External"/><Relationship Id="rId62" Type="http://schemas.openxmlformats.org/officeDocument/2006/relationships/hyperlink" Target="mailto:fn24.ln24@learnandhelp.com" TargetMode="External"/><Relationship Id="rId70" Type="http://schemas.openxmlformats.org/officeDocument/2006/relationships/hyperlink" Target="mailto:P2_.fn26.ln26@learnandhelp.com" TargetMode="External"/><Relationship Id="rId75" Type="http://schemas.openxmlformats.org/officeDocument/2006/relationships/hyperlink" Target="mailto:P1_.fn28.ln28@learnandhelp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P1_.fn2.ln2@learnandhelp.com" TargetMode="External"/><Relationship Id="rId15" Type="http://schemas.openxmlformats.org/officeDocument/2006/relationships/hyperlink" Target="mailto:P1_.fn5.ln5@learnandhelp.com" TargetMode="External"/><Relationship Id="rId23" Type="http://schemas.openxmlformats.org/officeDocument/2006/relationships/hyperlink" Target="mailto:fn8.ln8@learnandhelp.com" TargetMode="External"/><Relationship Id="rId28" Type="http://schemas.openxmlformats.org/officeDocument/2006/relationships/hyperlink" Target="mailto:P1_.fn10.ln10@learnandhelp.com" TargetMode="External"/><Relationship Id="rId36" Type="http://schemas.openxmlformats.org/officeDocument/2006/relationships/hyperlink" Target="mailto:P1_.fn14.ln14@learnandhelp.com" TargetMode="External"/><Relationship Id="rId49" Type="http://schemas.openxmlformats.org/officeDocument/2006/relationships/hyperlink" Target="mailto:fn19.ln19@learnandhelp.com" TargetMode="External"/><Relationship Id="rId57" Type="http://schemas.openxmlformats.org/officeDocument/2006/relationships/hyperlink" Target="mailto:P1_.fn22.ln22@learnandhelp.com" TargetMode="External"/><Relationship Id="rId10" Type="http://schemas.openxmlformats.org/officeDocument/2006/relationships/hyperlink" Target="mailto:P2_.fn3.ln3@learnandhelp.com" TargetMode="External"/><Relationship Id="rId31" Type="http://schemas.openxmlformats.org/officeDocument/2006/relationships/hyperlink" Target="mailto:fn12.ln12@learnandhelp.com" TargetMode="External"/><Relationship Id="rId44" Type="http://schemas.openxmlformats.org/officeDocument/2006/relationships/hyperlink" Target="mailto:fn17.ln17@learnandhelp.com" TargetMode="External"/><Relationship Id="rId52" Type="http://schemas.openxmlformats.org/officeDocument/2006/relationships/hyperlink" Target="mailto:P1_.fn20.ln20@learnandhelp.com" TargetMode="External"/><Relationship Id="rId60" Type="http://schemas.openxmlformats.org/officeDocument/2006/relationships/hyperlink" Target="mailto:P1_.fn23.ln23@learnandhelp.com" TargetMode="External"/><Relationship Id="rId65" Type="http://schemas.openxmlformats.org/officeDocument/2006/relationships/hyperlink" Target="mailto:fn25.ln25@learnandhelp.com" TargetMode="External"/><Relationship Id="rId73" Type="http://schemas.openxmlformats.org/officeDocument/2006/relationships/hyperlink" Target="mailto:P2_.fn27.ln27@learnandhelp.com" TargetMode="External"/><Relationship Id="rId78" Type="http://schemas.openxmlformats.org/officeDocument/2006/relationships/hyperlink" Target="mailto:P1_.fn29.ln29@learnandhelp.com" TargetMode="External"/><Relationship Id="rId81" Type="http://schemas.openxmlformats.org/officeDocument/2006/relationships/hyperlink" Target="mailto:P1_.fn30.ln30@learnandhelp.com" TargetMode="External"/><Relationship Id="rId4" Type="http://schemas.openxmlformats.org/officeDocument/2006/relationships/hyperlink" Target="mailto:P2_.fn1.ln1@learnandhelp.com" TargetMode="External"/><Relationship Id="rId9" Type="http://schemas.openxmlformats.org/officeDocument/2006/relationships/hyperlink" Target="mailto:P1_.fn3.ln3@learnandhelp.com" TargetMode="External"/><Relationship Id="rId13" Type="http://schemas.openxmlformats.org/officeDocument/2006/relationships/hyperlink" Target="mailto:P2_.fn4.ln4@learnandhelp.com" TargetMode="External"/><Relationship Id="rId18" Type="http://schemas.openxmlformats.org/officeDocument/2006/relationships/hyperlink" Target="mailto:P1_.fn6.ln6@learnandhelp.com" TargetMode="External"/><Relationship Id="rId39" Type="http://schemas.openxmlformats.org/officeDocument/2006/relationships/hyperlink" Target="mailto:P1_.fn15.ln15@learnandhelp.com" TargetMode="External"/><Relationship Id="rId34" Type="http://schemas.openxmlformats.org/officeDocument/2006/relationships/hyperlink" Target="mailto:P1_.fn13.ln13@learnandhelp.com" TargetMode="External"/><Relationship Id="rId50" Type="http://schemas.openxmlformats.org/officeDocument/2006/relationships/hyperlink" Target="mailto:P1_.fn19.ln19@learnandhelp.com" TargetMode="External"/><Relationship Id="rId55" Type="http://schemas.openxmlformats.org/officeDocument/2006/relationships/hyperlink" Target="mailto:P2_.fn21.ln21@learnandhelp.com" TargetMode="External"/><Relationship Id="rId76" Type="http://schemas.openxmlformats.org/officeDocument/2006/relationships/hyperlink" Target="mailto:P2_.fn28.ln28@learnandhelp.com" TargetMode="External"/><Relationship Id="rId7" Type="http://schemas.openxmlformats.org/officeDocument/2006/relationships/hyperlink" Target="mailto:P2_.fn2.ln2@learnandhelp.com" TargetMode="External"/><Relationship Id="rId71" Type="http://schemas.openxmlformats.org/officeDocument/2006/relationships/hyperlink" Target="mailto:fn27.ln27@learnandhelp.com" TargetMode="External"/><Relationship Id="rId2" Type="http://schemas.openxmlformats.org/officeDocument/2006/relationships/hyperlink" Target="mailto:fn1.ln1@learnandhelp.com" TargetMode="External"/><Relationship Id="rId29" Type="http://schemas.openxmlformats.org/officeDocument/2006/relationships/hyperlink" Target="mailto:fn11.ln11@learnandhelp.com" TargetMode="External"/><Relationship Id="rId24" Type="http://schemas.openxmlformats.org/officeDocument/2006/relationships/hyperlink" Target="mailto:P1_.fn8.ln8@learnandhelp.com" TargetMode="External"/><Relationship Id="rId40" Type="http://schemas.openxmlformats.org/officeDocument/2006/relationships/hyperlink" Target="mailto:P2_.fn15.ln15@learnandhelp.com" TargetMode="External"/><Relationship Id="rId45" Type="http://schemas.openxmlformats.org/officeDocument/2006/relationships/hyperlink" Target="mailto:P1_.fn17.ln17@learnandhelp.com" TargetMode="External"/><Relationship Id="rId66" Type="http://schemas.openxmlformats.org/officeDocument/2006/relationships/hyperlink" Target="mailto:P1_.fn25.ln25@learnandhelp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P1_.fn28.ln28@learnandhelp.com" TargetMode="External"/><Relationship Id="rId2" Type="http://schemas.openxmlformats.org/officeDocument/2006/relationships/hyperlink" Target="mailto:fn28.ln28@learnandhelp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2_.fn28.ln28@learnandhelp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28B5D9-FA6A-FB00-2922-479F1B8C665F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Python 101 Auto Grader</a:t>
            </a:r>
          </a:p>
          <a:p>
            <a:pPr algn="ctr"/>
            <a:r>
              <a:rPr lang="en-US" sz="4400" dirty="0"/>
              <a:t>Design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199302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F0A3-15B4-B7DC-CF7C-7915A023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451FD-85AA-3D9F-82D7-ACC4D12E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20877"/>
              </p:ext>
            </p:extLst>
          </p:nvPr>
        </p:nvGraphicFramePr>
        <p:xfrm>
          <a:off x="500742" y="3060094"/>
          <a:ext cx="433251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97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3316118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fn1.ln1@learnandhelp.com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93C5E7-CE80-CF03-B413-CBF66ECC9F5D}"/>
              </a:ext>
            </a:extLst>
          </p:cNvPr>
          <p:cNvCxnSpPr>
            <a:cxnSpLocks/>
          </p:cNvCxnSpPr>
          <p:nvPr/>
        </p:nvCxnSpPr>
        <p:spPr>
          <a:xfrm flipV="1">
            <a:off x="4223657" y="4147457"/>
            <a:ext cx="2079172" cy="6204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0BC160-3961-7B5D-61F9-D78E6B13E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521254"/>
              </p:ext>
            </p:extLst>
          </p:nvPr>
        </p:nvGraphicFramePr>
        <p:xfrm>
          <a:off x="6302829" y="2358793"/>
          <a:ext cx="433251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2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75408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1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2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1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1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Final_project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547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0C92AB-32EF-1585-251D-63455F4581D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215138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B4E41B-7A51-7826-4C2D-D5551285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31" y="3119154"/>
            <a:ext cx="6538527" cy="3406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5D506E-A94B-6593-B895-BE1AAC57E5A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83268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6FFC-9505-B3EA-6B0B-580B9848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51724F-3E41-F986-9826-DD2C7CEA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64" y="1895645"/>
            <a:ext cx="5077835" cy="2534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9A502-B7FC-1436-D7E5-AAEBA274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3251539"/>
            <a:ext cx="5845629" cy="3045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526CAF-DA1D-2402-762A-64E5EBF92D4A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419598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77E27-5160-4829-52AC-73F65A22F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2" y="1527006"/>
            <a:ext cx="7292065" cy="52330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8F988-14EE-C1DE-F831-4AA5D9565964}"/>
              </a:ext>
            </a:extLst>
          </p:cNvPr>
          <p:cNvSpPr txBox="1"/>
          <p:nvPr/>
        </p:nvSpPr>
        <p:spPr>
          <a:xfrm>
            <a:off x="284392" y="0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two Students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04802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A0A808-B172-AA33-D44C-5EC22545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81" y="3231321"/>
            <a:ext cx="10397118" cy="31799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6A66AD-C2DE-6B1E-CD81-D0422CC448E7}"/>
              </a:ext>
            </a:extLst>
          </p:cNvPr>
          <p:cNvSpPr txBox="1"/>
          <p:nvPr/>
        </p:nvSpPr>
        <p:spPr>
          <a:xfrm>
            <a:off x="284392" y="0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all Students</a:t>
            </a:r>
          </a:p>
          <a:p>
            <a:pPr algn="ctr"/>
            <a:r>
              <a:rPr lang="en-US" sz="4400" dirty="0"/>
              <a:t>(list of student dictionaries)</a:t>
            </a:r>
          </a:p>
        </p:txBody>
      </p:sp>
    </p:spTree>
    <p:extLst>
      <p:ext uri="{BB962C8B-B14F-4D97-AF65-F5344CB8AC3E}">
        <p14:creationId xmlns:p14="http://schemas.microsoft.com/office/powerpoint/2010/main" val="409604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6B7E-524C-7925-296D-18AFB625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CEB621-D750-2E0C-96A9-5577B451CEFD}"/>
              </a:ext>
            </a:extLst>
          </p:cNvPr>
          <p:cNvSpPr txBox="1"/>
          <p:nvPr/>
        </p:nvSpPr>
        <p:spPr>
          <a:xfrm>
            <a:off x="436792" y="2460172"/>
            <a:ext cx="105482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To </a:t>
            </a:r>
            <a:r>
              <a:rPr lang="en-US" sz="4400"/>
              <a:t>be continued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7822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610D-72CE-1D1B-0F5C-45D9934E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DCD81E-8E91-3659-0C3D-1DDEBD46A6A3}"/>
              </a:ext>
            </a:extLst>
          </p:cNvPr>
          <p:cNvSpPr txBox="1"/>
          <p:nvPr/>
        </p:nvSpPr>
        <p:spPr>
          <a:xfrm>
            <a:off x="441960" y="-10228217"/>
            <a:ext cx="12202886" cy="2086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email_lookup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: {'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"/>
              </a:rPr>
              <a:t>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'P2FNameln1fn1 P1LName ln1fn1',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"/>
              </a:rPr>
              <a:t>P1_.fn1.ln1@learnandhelp.com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'P2FNameln1fn1 P2LName ln1fn1',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"/>
              </a:rPr>
              <a:t>P2_.fn1.ln1@learnandhelp.com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"/>
              </a:rPr>
              <a:t>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'P2FNameln2fn2 P1LName ln2fn2',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"/>
              </a:rPr>
              <a:t>P1_.fn2.ln2@learnandhelp.com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'P2FNameln2fn2 P2LName ln2fn2',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"/>
              </a:rPr>
              <a:t>P2_.fn2.ln2@learnandhelp.com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8"/>
              </a:rPr>
              <a:t>fn3.ln3@learnandhelp.com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'P2FNameln3fn3 P1LName ln3fn3',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9"/>
              </a:rPr>
              <a:t>P1_.fn3.ln3@learnandhelp.com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'P2FNameln3fn3 P2LName ln3fn3',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0"/>
              </a:rPr>
              <a:t>P2_.fn3.ln3@learnandhelp.com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1"/>
              </a:rPr>
              <a:t>fn4.ln4@learnandhelp.com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'P2FNameln4fn4 P1LName ln4fn4',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2"/>
              </a:rPr>
              <a:t>P1_.fn4.ln4@learnandhelp.com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'P2FNameln4fn4 P2LName ln4fn4',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3"/>
              </a:rPr>
              <a:t>P2_.fn4.ln4@learnandhelp.com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4"/>
              </a:rPr>
              <a:t>fn5.ln5@learnandhelp.com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'P2FNameln5fn5 P1LName ln5fn5',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5"/>
              </a:rPr>
              <a:t>P1_.fn5.ln5@learnandhelp.com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'P2FNameln5fn5 P2LName ln5fn5',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6"/>
              </a:rPr>
              <a:t>P2_.fn5.ln5@learnandhelp.com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7"/>
              </a:rPr>
              <a:t>fn6.ln6@learnandhelp.com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'P2FNameln6fn6 P1LName ln6fn6',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8"/>
              </a:rPr>
              <a:t>P1_.fn6.ln6@learnandhelp.com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'P2FNameln6fn6 P2LName ln6fn6',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19"/>
              </a:rPr>
              <a:t>P2_.fn6.ln6@learnandhelp.com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0"/>
              </a:rPr>
              <a:t>fn7.ln7@learnandhelp.com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'P2FNameln7fn7 P1LName ln7fn7',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1"/>
              </a:rPr>
              <a:t>P1_.fn7.ln7@learnandhelp.com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'P2FNameln7fn7 P2LName ln7fn7',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2"/>
              </a:rPr>
              <a:t>P2_.fn7.ln7@learnandhelp.com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3"/>
              </a:rPr>
              <a:t>fn8.ln8@learnandhelp.com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'P2FNameln8fn8 P1LName ln8fn8',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4"/>
              </a:rPr>
              <a:t>P1_.fn8.ln8@learnandhelp.com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5"/>
              </a:rPr>
              <a:t>fn9.ln9@learnandhelp.com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'P2FNameln9fn9 P1LName ln9fn9',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6"/>
              </a:rPr>
              <a:t>P1_.fn9.ln9@learnandhelp.com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7"/>
              </a:rPr>
              <a:t>fn10.ln10@learnandhelp.com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'P2FNameln10fn10 P1LName ln10fn10',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8"/>
              </a:rPr>
              <a:t>P1_.fn10.ln10@learnandhelp.com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9"/>
              </a:rPr>
              <a:t>fn11.ln11@learnandhelp.com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'P2FNameln11fn11 P1LName ln11fn11',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0"/>
              </a:rPr>
              <a:t>P1_.fn11.ln11@learnandhelp.com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1"/>
              </a:rPr>
              <a:t>fn12.ln12@learnandhelp.com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'P2FNameln12fn12 P1LName ln12fn12',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2"/>
              </a:rPr>
              <a:t>P1_.fn12.ln12@learnandhelp.com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3"/>
              </a:rPr>
              <a:t>fn13.ln13@learnandhelp.com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'P2FNameln13fn13 P1LName ln13fn13',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4"/>
              </a:rPr>
              <a:t>P1_.fn13.ln13@learnandhelp.com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5"/>
              </a:rPr>
              <a:t>fn14.ln14@learnandhelp.com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'P2FNameln14fn14',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6"/>
              </a:rPr>
              <a:t>P1_.fn14.ln14@learnandhelp.com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'P2FNameln14fn14 P2LName ln14fn14',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7"/>
              </a:rPr>
              <a:t>P2_.fn14.ln14@learnandhelp.com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8"/>
              </a:rPr>
              <a:t>fn15.ln15@learnandhelp.com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'P2FNameln15fn15',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9"/>
              </a:rPr>
              <a:t>P1_.fn15.ln15@learnandhelp.com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'P2FNameln15fn15 P2LName ln15fn15',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0"/>
              </a:rPr>
              <a:t>P2_.fn15.ln15@learnandhelp.com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1"/>
              </a:rPr>
              <a:t>fn16.ln16@learnandhelp.com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'P2FNameln16fn16 P1LName ln16fn16',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2"/>
              </a:rPr>
              <a:t>P1_.fn16.ln16@learnandhelp.com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'P2FNameln16fn16 P2LName ln16fn16',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3"/>
              </a:rPr>
              <a:t>P2_.fn16.ln16@learnandhelp.com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4"/>
              </a:rPr>
              <a:t>fn17.ln17@learnandhelp.com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'P2FNameln17fn17 P1LName ln17fn17',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5"/>
              </a:rPr>
              <a:t>P1_.fn17.ln17@learnandhelp.com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'P2FNameln17fn17 P2LName ln17fn17',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6"/>
              </a:rPr>
              <a:t>P2_.fn17.ln17@learnandhelp.com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7"/>
              </a:rPr>
              <a:t>fn18.ln18@learnandhelp.com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'P2FNameln18fn18 P1LName ln18fn18',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8"/>
              </a:rPr>
              <a:t>P1_.fn18.ln18@learnandhelp.com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'P2FNameln18fn18 P2LName ln18fn18',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9"/>
              </a:rPr>
              <a:t>fn19.ln19@learnandhelp.com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'P2FNameln19fn19 P1LName ln19fn19',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0"/>
              </a:rPr>
              <a:t>P1_.fn19.ln19@learnandhelp.com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'P2FNameln19fn19 P2LName ln19fn19',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1"/>
              </a:rPr>
              <a:t>fn20.ln20@learnandhelp.com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'P2FNameln20fn20',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2"/>
              </a:rPr>
              <a:t>P1_.fn20.ln20@learnandhelp.com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'', 'p2_email': ''},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3"/>
              </a:rPr>
              <a:t>fn21.ln21@learnandhelp.com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'P2FNameln21fn21',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4"/>
              </a:rPr>
              <a:t>P1_.fn21.ln21@learnandhelp.com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'P2FNameln21fn21 P2LName ln21fn21',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5"/>
              </a:rPr>
              <a:t>P2_.fn21.ln21@learnandhelp.com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6"/>
              </a:rPr>
              <a:t>fn22.ln22@learnandhelp.com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'P2FNameln22fn22',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7"/>
              </a:rPr>
              <a:t>P1_.fn22.ln22@learnandhelp.com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'P2FNameln22fn22 P2LName ln22fn22',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8"/>
              </a:rPr>
              <a:t>P2_.fn22.ln22@learnandhelp.com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9"/>
              </a:rPr>
              <a:t>fn23.ln23@learnandhelp.com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'P2FNameln23fn23 P1LName ln23fn23',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0"/>
              </a:rPr>
              <a:t>P1_.fn23.ln23@learnandhelp.com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'P2FNameln23fn23 P2LName ln23fn23',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1"/>
              </a:rPr>
              <a:t>P2_.fn23.ln23@learnandhelp.com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2"/>
              </a:rPr>
              <a:t>fn24.ln24@learnandhelp.com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'P2FNameln24fn24 P1LName ln24fn24',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3"/>
              </a:rPr>
              <a:t>P1_.fn24.ln24@learnandhelp.com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'P2FNameln24fn24 P2LName ln24fn24',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4"/>
              </a:rPr>
              <a:t>P2_.fn24.ln24@learnandhelp.com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5"/>
              </a:rPr>
              <a:t>fn25.ln25@learnandhelp.com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'P2FNameln25fn25 P1LName ln25fn25',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6"/>
              </a:rPr>
              <a:t>P1_.fn25.ln25@learnandhelp.com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'P2FNameln25fn25 P2LName ln25fn25',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7"/>
              </a:rPr>
              <a:t>P2_.fn25.ln25@learnandhelp.com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8"/>
              </a:rPr>
              <a:t>fn26.ln26@learnandhelp.com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'P2FNameln26fn26 P1LName ln26fn26',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9"/>
              </a:rPr>
              <a:t>P1_.fn26.ln26@learnandhelp.com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'P2FNameln26fn26 P2LName ln26fn26',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0"/>
              </a:rPr>
              <a:t>P2_.fn26.ln26@learnandhelp.com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1"/>
              </a:rPr>
              <a:t>fn27.ln27@learnandhelp.com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'P2FNameln27fn27 P1LName ln27fn27',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2"/>
              </a:rPr>
              <a:t>P1_.fn27.ln27@learnandhelp.com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'P2FNameln27fn27 P2LName ln27fn27',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3"/>
              </a:rPr>
              <a:t>P2_.fn27.ln27@learnandhelp.com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4"/>
              </a:rPr>
              <a:t>fn28.ln28@learnandhelp.com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'P2FNameln28fn28 P1LName ln28fn28',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5"/>
              </a:rPr>
              <a:t>P1_.fn28.ln28@learnandhelp.com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'P2FNameln28fn28 P2LName ln28fn28',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6"/>
              </a:rPr>
              <a:t>P2_.fn28.ln28@learnandhelp.com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7"/>
              </a:rPr>
              <a:t>fn29.ln29@learnandhelp.com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'P2FNameln29fn29 P1LName ln29fn29',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8"/>
              </a:rPr>
              <a:t>P1_.fn29.ln29@learnandhelp.com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'P2FNameln29fn29 P2LName ln29fn29',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9"/>
              </a:rPr>
              <a:t>P2_.fn29.ln29@learnandhelp.com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'},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80"/>
              </a:rPr>
              <a:t>fn30.ln30@learnandhelp.com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'P2FNameln30fn30 P1LName ln30fn30',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81"/>
              </a:rPr>
              <a:t>P1_.fn30.ln30@learnandhelp.com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'P2FNameln30fn30 P2LName ln30fn30',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82"/>
              </a:rPr>
              <a:t>P2_.fn30.ln30@learnandhelp.com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'}}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7E2-208A-BC0A-088F-999597C9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134885-1F1D-C072-A7E0-D494BC07658A}"/>
              </a:ext>
            </a:extLst>
          </p:cNvPr>
          <p:cNvSpPr txBox="1"/>
          <p:nvPr/>
        </p:nvSpPr>
        <p:spPr>
          <a:xfrm>
            <a:off x="211182" y="566954"/>
            <a:ext cx="105482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"/>
              </a:rPr>
              <a:t>fn28.ln28@learnandhelp.com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'P2FNameln28fn28 P1LName ln28fn28',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"/>
              </a:rPr>
              <a:t>P1_.fn28.ln28@learnandhelp.com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'P2FNameln28fn28 P2LName ln28fn28',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"/>
              </a:rPr>
              <a:t>P2_.fn28.ln28@learnandhelp.com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C9E6B3-D720-54F1-A46A-375C76EF8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476905"/>
              </p:ext>
            </p:extLst>
          </p:nvPr>
        </p:nvGraphicFramePr>
        <p:xfrm>
          <a:off x="500742" y="3060094"/>
          <a:ext cx="433251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1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Fn28.ln28@learnandhelp.com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BCBAAE-4BE5-6DD0-9E83-E09FD2FA2844}"/>
              </a:ext>
            </a:extLst>
          </p:cNvPr>
          <p:cNvCxnSpPr>
            <a:cxnSpLocks/>
          </p:cNvCxnSpPr>
          <p:nvPr/>
        </p:nvCxnSpPr>
        <p:spPr>
          <a:xfrm flipV="1">
            <a:off x="3949337" y="3429000"/>
            <a:ext cx="2146663" cy="292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7D6B1F-65F5-B458-6AEF-015BC455B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41562"/>
              </p:ext>
            </p:extLst>
          </p:nvPr>
        </p:nvGraphicFramePr>
        <p:xfrm>
          <a:off x="6302829" y="2358793"/>
          <a:ext cx="552341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4227633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P1LName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3"/>
                        </a:rPr>
                        <a:t>P1_.fn28.ln28@learnandhelp.com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P2LName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4"/>
                        </a:rPr>
                        <a:t>P2_.fn28.ln28@learnandhelp.com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62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18B8-C4D8-F25B-9B6E-00C7422A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643310-0A57-9A3A-3F75-A6C3D4FA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70" y="304800"/>
            <a:ext cx="3812129" cy="118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CD6A0-35C3-840F-42ED-56FF7F94C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9" y="1767840"/>
            <a:ext cx="3812129" cy="1184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5A80C-4F47-7899-6B27-57BB0819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8" y="3312680"/>
            <a:ext cx="3812129" cy="1184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BA2CFE-7427-0FE1-3395-B5910E87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7" y="4989080"/>
            <a:ext cx="3812129" cy="1184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993DA0-157B-865C-4DFE-68EDD436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655320"/>
            <a:ext cx="5508901" cy="516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3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1676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Jasthi, Jasthi (DI SW PLM LCS Q&amp;D TC&amp;POL)</dc:creator>
  <cp:lastModifiedBy>Jasthi, Jasthi (DI SW PLM LCS Q&amp;D TC&amp;POL)</cp:lastModifiedBy>
  <cp:revision>4</cp:revision>
  <dcterms:created xsi:type="dcterms:W3CDTF">2026-04-26T20:47:40Z</dcterms:created>
  <dcterms:modified xsi:type="dcterms:W3CDTF">2026-04-27T01:09:56Z</dcterms:modified>
</cp:coreProperties>
</file>